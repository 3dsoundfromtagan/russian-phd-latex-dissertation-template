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87BDA6-855C-486D-B8F4-BAD376C2AC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65612D-0804-448E-9C69-367AEBA309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AFB397-BD6B-47C2-9E42-B986D871A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4E37C-9A63-4A92-83B2-07C7DD8F31E5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21F0EF-14D6-46B4-9DC4-736001B92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56CF97-AAF2-4092-80C2-D4B0650C1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2E15F-06A5-4AE0-9917-42046513DB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6863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239F72-CB9F-4230-8A26-7C12E5644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089571-1E0A-4D64-B610-DAE61FAF3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394AE4-5BC7-4D54-A95D-337DA6917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4E37C-9A63-4A92-83B2-07C7DD8F31E5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FF07E3-3149-434C-B634-20827E147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450143-7E38-4323-A9BF-67A142228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2E15F-06A5-4AE0-9917-42046513DB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2198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10E7C1-EAFB-44E7-9249-9FF92D4EC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574CF2-6ECA-493D-BB60-1C64F2BC8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97CD86-F739-4EA4-AFCF-9E9A4F7A8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4E37C-9A63-4A92-83B2-07C7DD8F31E5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4C5D8D-17C2-49FD-B17D-F382E05FA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728DA7-AD4F-4682-BC60-59C88EDE6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2E15F-06A5-4AE0-9917-42046513DB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7109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DC510D-972E-4B6E-9E2B-0736A5B14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E7250F-15E5-4B48-B010-BFC03FAEC7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862419B-59B9-458E-89A1-CFC86F86E3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2B3A2E6-25C9-4B12-85AF-9E0B57605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4E37C-9A63-4A92-83B2-07C7DD8F31E5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DEA016B-6510-40D1-AF54-2FEFC4419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74D35B4-00CD-4CF4-B1C8-48F6FDA86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2E15F-06A5-4AE0-9917-42046513DB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7597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913EE6-45F0-4446-A6A6-7C2D0787F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09BA79D-C9CC-4375-8032-D3F863978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967AC67-ED27-48DF-82DB-6AE6EF376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2349407-A159-4F54-A4DA-B5FF599F70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B285666-5EC9-4DAB-8CA0-DB1CBB257C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AE0A9DD-85A9-498F-AAB6-6C572F222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4E37C-9A63-4A92-83B2-07C7DD8F31E5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9001DB7-FDD4-49BE-A7A9-2E56146D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BD03153-C86C-46FF-8995-8AA6FEB2A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2E15F-06A5-4AE0-9917-42046513DB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6549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3F5426-4904-48DE-9BEB-0DCFF85BA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EC8E2DA-C46A-4D17-9B9D-07974BD4E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4E37C-9A63-4A92-83B2-07C7DD8F31E5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377A7D8-6F12-4592-A1B2-1619A9391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3C95D0A-84C2-48EB-BBEC-0A8E1F791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2E15F-06A5-4AE0-9917-42046513DB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2650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9850C17-0AA4-4B91-8028-BD2A4D177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4E37C-9A63-4A92-83B2-07C7DD8F31E5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29E0A8B-CF86-49CB-881F-1E1072A50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544CDFE-8C65-48FE-9895-673961E84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2E15F-06A5-4AE0-9917-42046513DB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6561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318D69-E001-4A0F-9A4D-5099D9DF1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C47010-FF5A-44E2-84BA-C1FCE97A6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0ABD706-C436-4EA4-9411-D943CFB30D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506E55C-5262-4D3C-B63A-370A2CA6D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4E37C-9A63-4A92-83B2-07C7DD8F31E5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8B37863-7919-448D-9E11-4DAAC231E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674CF9C-F95E-41B7-BED1-494B0C720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2E15F-06A5-4AE0-9917-42046513DB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2682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DE207D-B789-41A6-A106-C6A295FB3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52E8886-FE9C-446B-BAED-12E84AD820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236B4AF-A0DB-4358-9E17-C224FEEEA8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6DAD779-202D-4BE5-AE4D-C5ED08E1A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4E37C-9A63-4A92-83B2-07C7DD8F31E5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A54655B-DFDF-48E3-9387-70612B219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B9F51C2-2B22-4174-B361-AB6B6BC4F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2E15F-06A5-4AE0-9917-42046513DB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6423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8C0BED-BA7A-4A90-93DA-9ADE6969D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3D5882C-311E-413A-9D8A-828FB7D00C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3ED677-F0C0-46B8-BC5A-C2DC89A6E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4E37C-9A63-4A92-83B2-07C7DD8F31E5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0DE47F-FE3D-46EB-9DA7-1014C87CD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5142E3-9D02-423E-B8FA-283D4E581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2E15F-06A5-4AE0-9917-42046513DB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1699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6408F16-A080-40D6-B188-87BD8B3965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3A5592C-C0CF-44DD-881E-339B1EA0E6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15CA87E-94E9-40F7-9AEA-83F4B6C09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4E37C-9A63-4A92-83B2-07C7DD8F31E5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D03712-550B-4783-B8F6-BAEC8B648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856463-C77E-4E36-AD5E-02F24DACC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2E15F-06A5-4AE0-9917-42046513DB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6230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72B5B6-E4F6-4ACE-98DE-A5ABB6761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C39378A-F0A9-4AF2-9CA2-0BF9EE82F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D09C75-0E8A-40B8-803D-53BBDDE142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B4E37C-9A63-4A92-83B2-07C7DD8F31E5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13780D-3E49-4F8F-A5BE-B07A59437B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8CFCF7-1033-4B42-A593-D8C2E6F299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02E15F-06A5-4AE0-9917-42046513DB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7814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7B57678C-A022-47F6-94B6-8886B926E7BA}"/>
              </a:ext>
            </a:extLst>
          </p:cNvPr>
          <p:cNvSpPr/>
          <p:nvPr/>
        </p:nvSpPr>
        <p:spPr>
          <a:xfrm>
            <a:off x="7225319" y="3418563"/>
            <a:ext cx="1411679" cy="781259"/>
          </a:xfrm>
          <a:prstGeom prst="roundRect">
            <a:avLst>
              <a:gd name="adj" fmla="val 28841"/>
            </a:avLst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Фотовозбуждение</a:t>
            </a:r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ЭПЗ, усиление затравочного поля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AAA985AC-9980-4C12-89C9-A94896F2BFF3}"/>
              </a:ext>
            </a:extLst>
          </p:cNvPr>
          <p:cNvSpPr/>
          <p:nvPr/>
        </p:nvSpPr>
        <p:spPr>
          <a:xfrm>
            <a:off x="3319451" y="3443030"/>
            <a:ext cx="1411679" cy="781259"/>
          </a:xfrm>
          <a:prstGeom prst="roundRect">
            <a:avLst>
              <a:gd name="adj" fmla="val 28841"/>
            </a:avLst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Возникновение волны второй гармоники из квантовых шумов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B73B9020-A020-49BA-8DCC-EA0D68B120FC}"/>
              </a:ext>
            </a:extLst>
          </p:cNvPr>
          <p:cNvSpPr/>
          <p:nvPr/>
        </p:nvSpPr>
        <p:spPr>
          <a:xfrm>
            <a:off x="5194903" y="3418562"/>
            <a:ext cx="1581837" cy="781259"/>
          </a:xfrm>
          <a:prstGeom prst="roundRect">
            <a:avLst>
              <a:gd name="adj" fmla="val 28841"/>
            </a:avLst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Смешение волн, образование слабого электрического поля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C7A4AFD0-183A-4741-986C-3AC1831BE38E}"/>
              </a:ext>
            </a:extLst>
          </p:cNvPr>
          <p:cNvSpPr/>
          <p:nvPr/>
        </p:nvSpPr>
        <p:spPr>
          <a:xfrm>
            <a:off x="9295139" y="3381283"/>
            <a:ext cx="1411679" cy="781259"/>
          </a:xfrm>
          <a:prstGeom prst="roundRect">
            <a:avLst>
              <a:gd name="adj" fmla="val 28841"/>
            </a:avLst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Генерация второй гармоники в усиленном поле</a:t>
            </a: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164F7B68-3F58-4B89-8F86-F8E255BD5196}"/>
              </a:ext>
            </a:extLst>
          </p:cNvPr>
          <p:cNvCxnSpPr>
            <a:cxnSpLocks/>
          </p:cNvCxnSpPr>
          <p:nvPr/>
        </p:nvCxnSpPr>
        <p:spPr>
          <a:xfrm>
            <a:off x="8633415" y="3794863"/>
            <a:ext cx="661724" cy="6790"/>
          </a:xfrm>
          <a:prstGeom prst="straightConnector1">
            <a:avLst/>
          </a:prstGeom>
          <a:ln w="158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4149B246-FA12-4056-856E-62740F184BF4}"/>
              </a:ext>
            </a:extLst>
          </p:cNvPr>
          <p:cNvCxnSpPr>
            <a:cxnSpLocks/>
          </p:cNvCxnSpPr>
          <p:nvPr/>
        </p:nvCxnSpPr>
        <p:spPr>
          <a:xfrm>
            <a:off x="6765515" y="3815212"/>
            <a:ext cx="468000" cy="6790"/>
          </a:xfrm>
          <a:prstGeom prst="straightConnector1">
            <a:avLst/>
          </a:prstGeom>
          <a:ln w="158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392C3426-9D59-4AED-A022-7F796ECC8C73}"/>
              </a:ext>
            </a:extLst>
          </p:cNvPr>
          <p:cNvCxnSpPr>
            <a:cxnSpLocks/>
          </p:cNvCxnSpPr>
          <p:nvPr/>
        </p:nvCxnSpPr>
        <p:spPr>
          <a:xfrm>
            <a:off x="4692802" y="3814805"/>
            <a:ext cx="504000" cy="6790"/>
          </a:xfrm>
          <a:prstGeom prst="straightConnector1">
            <a:avLst/>
          </a:prstGeom>
          <a:ln w="158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Соединитель: уступ 10">
            <a:extLst>
              <a:ext uri="{FF2B5EF4-FFF2-40B4-BE49-F238E27FC236}">
                <a16:creationId xmlns:a16="http://schemas.microsoft.com/office/drawing/2014/main" id="{34A4E8CC-61D7-428E-BFF8-70251472F2DA}"/>
              </a:ext>
            </a:extLst>
          </p:cNvPr>
          <p:cNvCxnSpPr>
            <a:cxnSpLocks/>
            <a:stCxn id="4" idx="0"/>
            <a:endCxn id="6" idx="0"/>
          </p:cNvCxnSpPr>
          <p:nvPr/>
        </p:nvCxnSpPr>
        <p:spPr>
          <a:xfrm rot="16200000" flipV="1">
            <a:off x="6958491" y="2445894"/>
            <a:ext cx="1" cy="1945337"/>
          </a:xfrm>
          <a:prstGeom prst="bentConnector3">
            <a:avLst>
              <a:gd name="adj1" fmla="val 22860100000"/>
            </a:avLst>
          </a:prstGeom>
          <a:ln w="158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BC264B9C-B3D9-4BC0-B33C-E709E1CC3F2C}"/>
              </a:ext>
            </a:extLst>
          </p:cNvPr>
          <p:cNvSpPr/>
          <p:nvPr/>
        </p:nvSpPr>
        <p:spPr>
          <a:xfrm>
            <a:off x="3245571" y="2961164"/>
            <a:ext cx="3847577" cy="1556142"/>
          </a:xfrm>
          <a:prstGeom prst="roundRect">
            <a:avLst>
              <a:gd name="adj" fmla="val 30837"/>
            </a:avLst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D44ED4-0D74-46EB-9D12-C4DFBBE85EA3}"/>
              </a:ext>
            </a:extLst>
          </p:cNvPr>
          <p:cNvSpPr txBox="1"/>
          <p:nvPr/>
        </p:nvSpPr>
        <p:spPr>
          <a:xfrm>
            <a:off x="3917740" y="4275313"/>
            <a:ext cx="3099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Первые модели ГВГ в волокне (1987 год)</a:t>
            </a:r>
          </a:p>
        </p:txBody>
      </p:sp>
    </p:spTree>
    <p:extLst>
      <p:ext uri="{BB962C8B-B14F-4D97-AF65-F5344CB8AC3E}">
        <p14:creationId xmlns:p14="http://schemas.microsoft.com/office/powerpoint/2010/main" val="231705062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Microsoft Office PowerPoint</Application>
  <PresentationFormat>Широкоэкранный</PresentationFormat>
  <Paragraphs>5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Алексей Остапив</dc:creator>
  <cp:lastModifiedBy>Алексей Остапив</cp:lastModifiedBy>
  <cp:revision>1</cp:revision>
  <dcterms:created xsi:type="dcterms:W3CDTF">2026-10-14T09:00:29Z</dcterms:created>
  <dcterms:modified xsi:type="dcterms:W3CDTF">2026-10-14T09:00:57Z</dcterms:modified>
</cp:coreProperties>
</file>